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7" r:id="rId3"/>
    <p:sldId id="258" r:id="rId4"/>
    <p:sldId id="280" r:id="rId5"/>
    <p:sldId id="281" r:id="rId6"/>
    <p:sldId id="286" r:id="rId7"/>
    <p:sldId id="287" r:id="rId8"/>
    <p:sldId id="288" r:id="rId9"/>
    <p:sldId id="2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7 (Stroke)_#color-2083&amp;1010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709" y="4790127"/>
            <a:ext cx="749236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Ellipse 36-2082&amp;9912"/>
          <p:cNvSpPr/>
          <p:nvPr userDrawn="1"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llipse 37 (Stroke)_#color-2083&amp;10105"/>
          <p:cNvSpPr/>
          <p:nvPr userDrawn="1"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7709207" y="2637205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50890" y="1621790"/>
            <a:ext cx="5464175" cy="278955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518" y="665438"/>
            <a:ext cx="4402908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200" y="360000"/>
            <a:ext cx="10515600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500" y="4217290"/>
            <a:ext cx="10096500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2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 userDrawn="1">
            <p:custDataLst>
              <p:tags r:id="rId13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48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82.xml"/><Relationship Id="rId2" Type="http://schemas.openxmlformats.org/officeDocument/2006/relationships/image" Target="../media/image1.png"/><Relationship Id="rId1" Type="http://schemas.openxmlformats.org/officeDocument/2006/relationships/tags" Target="../tags/tag8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335280" y="1034415"/>
            <a:ext cx="11349990" cy="1115060"/>
          </a:xfrm>
        </p:spPr>
        <p:txBody>
          <a:bodyPr/>
          <a:lstStyle/>
          <a:p>
            <a:pPr algn="ctr"/>
            <a:r>
              <a:rPr lang="en-US" altLang="en-US" sz="4000">
                <a:latin typeface="Calibri" panose="020F0502020204030204" charset="0"/>
                <a:ea typeface="Microsoft YaHei" panose="020B0503020204020204" charset="-122"/>
                <a:cs typeface="Calibri" panose="020F0502020204030204" charset="0"/>
              </a:rPr>
              <a:t>SALES PERFORMANCE DASHBOARD</a:t>
            </a:r>
            <a:endParaRPr lang="en-US" altLang="en-US" sz="4000">
              <a:latin typeface="Calibri" panose="020F0502020204030204" charset="0"/>
              <a:ea typeface="Microsoft YaHei" panose="020B0503020204020204" charset="-122"/>
              <a:cs typeface="Calibri" panose="020F0502020204030204" charset="0"/>
            </a:endParaRPr>
          </a:p>
        </p:txBody>
      </p:sp>
      <p:sp>
        <p:nvSpPr>
          <p:cNvPr id="15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4406900" y="2600325"/>
            <a:ext cx="3393440" cy="1205865"/>
          </a:xfrm>
        </p:spPr>
        <p:txBody>
          <a:bodyPr>
            <a:normAutofit fontScale="60000"/>
          </a:bodyPr>
          <a:lstStyle/>
          <a:p>
            <a:pPr algn="ctr"/>
            <a:r>
              <a:rPr lang="en-US" altLang="en-US" sz="3000" b="1">
                <a:latin typeface="Arial" panose="020B0604020202020204" pitchFamily="34" charset="0"/>
              </a:rPr>
              <a:t>Power BI Dashboard Project</a:t>
            </a:r>
            <a:endParaRPr lang="en-US" altLang="en-US" sz="3000" b="1">
              <a:latin typeface="Arial" panose="020B0604020202020204" pitchFamily="34" charset="0"/>
            </a:endParaRPr>
          </a:p>
          <a:p>
            <a:pPr algn="ctr"/>
            <a:endParaRPr lang="en-US" altLang="en-US" sz="3000" b="1">
              <a:latin typeface="Arial" panose="020B0604020202020204" pitchFamily="34" charset="0"/>
            </a:endParaRPr>
          </a:p>
          <a:p>
            <a:pPr algn="ctr"/>
            <a:r>
              <a:rPr lang="en-US" altLang="en-US" sz="3000" b="1">
                <a:latin typeface="Arial" panose="020B0604020202020204" pitchFamily="34" charset="0"/>
              </a:rPr>
              <a:t>Prepared By: Himadri Singh</a:t>
            </a:r>
            <a:endParaRPr lang="en-US" altLang="en-US" sz="3000" b="1">
              <a:latin typeface="Arial" panose="020B0604020202020204" pitchFamily="34" charset="0"/>
            </a:endParaRPr>
          </a:p>
          <a:p>
            <a:pPr algn="l"/>
            <a:endParaRPr lang="en-US" altLang="en-US">
              <a:latin typeface="Arial" panose="020B0604020202020204" pitchFamily="34" charset="0"/>
            </a:endParaRPr>
          </a:p>
          <a:p>
            <a:pPr algn="l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5465445" y="4413250"/>
            <a:ext cx="6096000" cy="19170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en-US" altLang="en-US">
                <a:latin typeface="Arial" panose="020B0604020202020204" pitchFamily="34" charset="0"/>
                <a:sym typeface="+mn-ea"/>
              </a:rPr>
              <a:t>Tools Used:</a:t>
            </a:r>
            <a:endParaRPr lang="en-US" altLang="en-US">
              <a:latin typeface="Arial" panose="020B0604020202020204" pitchFamily="34" charset="0"/>
            </a:endParaRPr>
          </a:p>
          <a:p>
            <a:pPr algn="l"/>
            <a:r>
              <a:rPr lang="en-US" altLang="en-US">
                <a:latin typeface="Arial" panose="020B0604020202020204" pitchFamily="34" charset="0"/>
                <a:sym typeface="+mn-ea"/>
              </a:rPr>
              <a:t>• Power BI</a:t>
            </a:r>
            <a:endParaRPr lang="en-US" altLang="en-US">
              <a:latin typeface="Arial" panose="020B0604020202020204" pitchFamily="34" charset="0"/>
            </a:endParaRPr>
          </a:p>
          <a:p>
            <a:pPr algn="l"/>
            <a:r>
              <a:rPr lang="en-US" altLang="en-US">
                <a:latin typeface="Arial" panose="020B0604020202020204" pitchFamily="34" charset="0"/>
                <a:sym typeface="+mn-ea"/>
              </a:rPr>
              <a:t>• DAX</a:t>
            </a:r>
            <a:endParaRPr lang="en-US" altLang="en-US">
              <a:latin typeface="Arial" panose="020B0604020202020204" pitchFamily="34" charset="0"/>
            </a:endParaRPr>
          </a:p>
          <a:p>
            <a:pPr algn="l"/>
            <a:r>
              <a:rPr lang="en-US" altLang="en-US">
                <a:latin typeface="Arial" panose="020B0604020202020204" pitchFamily="34" charset="0"/>
                <a:sym typeface="+mn-ea"/>
              </a:rPr>
              <a:t>• Data Visualization</a:t>
            </a:r>
            <a:endParaRPr lang="en-US" altLang="en-US">
              <a:latin typeface="Arial" panose="020B0604020202020204" pitchFamily="34" charset="0"/>
            </a:endParaRPr>
          </a:p>
          <a:p>
            <a:pPr algn="l"/>
            <a:r>
              <a:rPr lang="en-US" altLang="en-US">
                <a:latin typeface="Arial" panose="020B0604020202020204" pitchFamily="34" charset="0"/>
                <a:sym typeface="+mn-ea"/>
              </a:rPr>
              <a:t>• Interactive Dashboarding</a:t>
            </a:r>
            <a:endParaRPr lang="en-US" altLang="en-US">
              <a:latin typeface="Arial" panose="020B0604020202020204" pitchFamily="3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99235" y="701040"/>
            <a:ext cx="4961890" cy="761365"/>
          </a:xfrm>
        </p:spPr>
        <p:txBody>
          <a:bodyPr>
            <a:normAutofit/>
          </a:bodyPr>
          <a:lstStyle/>
          <a:p>
            <a:pPr algn="l"/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PROJECT OVERVIEW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6" name="Text Box 55"/>
          <p:cNvSpPr txBox="1"/>
          <p:nvPr/>
        </p:nvSpPr>
        <p:spPr>
          <a:xfrm>
            <a:off x="1499235" y="1785620"/>
            <a:ext cx="9594850" cy="4274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spcAft>
                <a:spcPct val="60000"/>
              </a:spcAft>
            </a:pPr>
            <a:r>
              <a:rPr sz="23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Objective</a:t>
            </a:r>
            <a:endParaRPr sz="23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 objective of this project was to design an interactive Sales Performance Dashboard using Power BI that enables stakeholders to monitor business performance through key metrics and visual insights.</a:t>
            </a: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 dashboard provides a centralized view of sales, profit, customer performance, and regional trends, helping decision-makers identify opportunities and make data-driven decisions.</a:t>
            </a:r>
            <a:endParaRPr sz="16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n-IN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altLang="en-US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Sample Superstore Dataset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The dataset contains information related to: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• Sales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• Profit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• Orders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• Customers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• Product Categories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• Regions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• Order Dates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343660" y="701040"/>
            <a:ext cx="5117465" cy="761365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DASHBOARD OVERVIEW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2" name="Picture 1" descr="Screenshot 2026-06-04 1747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730" y="1595755"/>
            <a:ext cx="8526145" cy="48367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99235" y="701040"/>
            <a:ext cx="4961890" cy="761365"/>
          </a:xfrm>
        </p:spPr>
        <p:txBody>
          <a:bodyPr>
            <a:normAutofit/>
          </a:bodyPr>
          <a:lstStyle/>
          <a:p>
            <a:pPr algn="l"/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KPI ANALYSIS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6" name="Text Box 55"/>
          <p:cNvSpPr txBox="1"/>
          <p:nvPr/>
        </p:nvSpPr>
        <p:spPr>
          <a:xfrm>
            <a:off x="1499235" y="1785620"/>
            <a:ext cx="9594850" cy="4274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spcAft>
                <a:spcPct val="60000"/>
              </a:spcAft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The dashboard provides a quick summary of business performance using KPI cards.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ct val="60000"/>
              </a:spcAft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Total Sales</a:t>
            </a:r>
            <a:endParaRPr lang="en-US" alt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Represents the overall revenue generated by the business during the selected period.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ct val="60000"/>
              </a:spcAft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Total Profit</a:t>
            </a:r>
            <a:endParaRPr lang="en-US" alt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Displays the total profit earned after accounting for costs.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ct val="60000"/>
              </a:spcAft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Total Orders</a:t>
            </a:r>
            <a:endParaRPr lang="en-US" alt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Shows the total number of orders processed.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ct val="60000"/>
              </a:spcAft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Profit Margin %</a:t>
            </a:r>
            <a:endParaRPr lang="en-US" alt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Measures profitability by comparing profit against total sales.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These KPIs provide an immediate overview of organizational performance.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99235" y="701040"/>
            <a:ext cx="4961890" cy="761365"/>
          </a:xfrm>
        </p:spPr>
        <p:txBody>
          <a:bodyPr>
            <a:normAutofit/>
          </a:bodyPr>
          <a:lstStyle/>
          <a:p>
            <a:pPr algn="l"/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Key Insights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6" name="Text Box 55"/>
          <p:cNvSpPr txBox="1"/>
          <p:nvPr/>
        </p:nvSpPr>
        <p:spPr>
          <a:xfrm>
            <a:off x="1499235" y="1785620"/>
            <a:ext cx="6288405" cy="4274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Sales performance can be monitored over time through the trend analysis chart.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Certain product categories contribute significantly more revenue than others.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Profitability differs across regions, highlighting areas of stronger business performance.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A small group of customers contributes a substantial portion of total sales.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Interactive filters allow users to perform deeper regional and category-level analysis.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99235" y="701040"/>
            <a:ext cx="4961890" cy="761365"/>
          </a:xfrm>
        </p:spPr>
        <p:txBody>
          <a:bodyPr>
            <a:normAutofit/>
          </a:bodyPr>
          <a:lstStyle/>
          <a:p>
            <a:pPr algn="l"/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DAX Measure Used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6" name="Text Box 55"/>
          <p:cNvSpPr txBox="1"/>
          <p:nvPr/>
        </p:nvSpPr>
        <p:spPr>
          <a:xfrm>
            <a:off x="1499235" y="1785620"/>
            <a:ext cx="9594850" cy="4274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spcAft>
                <a:spcPct val="60000"/>
              </a:spcAft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Profit Margin Calculation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ct val="60000"/>
              </a:spcAft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  <a:endParaRPr lang="en-US" alt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ct val="60000"/>
              </a:spcAft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This measure calculates the percentage of profit generated from total sales and serves as a key indicator of business efficiency.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99235" y="701040"/>
            <a:ext cx="4961890" cy="761365"/>
          </a:xfrm>
        </p:spPr>
        <p:txBody>
          <a:bodyPr>
            <a:normAutofit/>
          </a:bodyPr>
          <a:lstStyle/>
          <a:p>
            <a:pPr algn="l"/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Business Value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6" name="Text Box 55"/>
          <p:cNvSpPr txBox="1"/>
          <p:nvPr/>
        </p:nvSpPr>
        <p:spPr>
          <a:xfrm>
            <a:off x="1499235" y="1785620"/>
            <a:ext cx="9594850" cy="4274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spcAft>
                <a:spcPct val="60000"/>
              </a:spcAft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Benefits of the Dashboard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Provides a centralized view of business performance.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Enables faster decision-making through real-time insights.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Helps identify high-performing customers and categories.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Supports profitability analysis across regions.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Improves stakeholder understanding through interactive visualizations.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99235" y="701040"/>
            <a:ext cx="4961890" cy="761365"/>
          </a:xfrm>
        </p:spPr>
        <p:txBody>
          <a:bodyPr>
            <a:normAutofit/>
          </a:bodyPr>
          <a:lstStyle/>
          <a:p>
            <a:pPr algn="l"/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Conclusion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6" name="Text Box 55"/>
          <p:cNvSpPr txBox="1"/>
          <p:nvPr/>
        </p:nvSpPr>
        <p:spPr>
          <a:xfrm>
            <a:off x="1499235" y="1785620"/>
            <a:ext cx="9594850" cy="4274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spcAft>
                <a:spcPct val="60000"/>
              </a:spcAft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en-US" alt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The Sales Performance Dashboard successfully transforms raw business data into actionable insights through interactive visualizations and KPI monitoring.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ct val="60000"/>
              </a:spcAft>
            </a:pP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ct val="60000"/>
              </a:spcAft>
            </a:pPr>
            <a:r>
              <a:rPr lang="en-US" altLang="en-US" sz="1600" b="1"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  <a:endParaRPr lang="en-US" altLang="en-US" sz="16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Improved visibility into sales and profit performance.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Enhanced analytical capabilities through filtering and drill-down functionality.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ct val="60000"/>
              </a:spcAft>
              <a:buFont typeface="Arial" panose="020B0604020202020204" pitchFamily="34" charset="0"/>
              <a:buChar char="•"/>
            </a:pPr>
            <a:r>
              <a:rPr lang="en-US" altLang="en-US" sz="1600">
                <a:latin typeface="Arial" panose="020B0604020202020204" pitchFamily="34" charset="0"/>
                <a:cs typeface="Arial" panose="020B0604020202020204" pitchFamily="34" charset="0"/>
              </a:rPr>
              <a:t>Demonstrated practical use of Power BI for business intelligence reporting.</a:t>
            </a:r>
            <a:endParaRPr lang="en-US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7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1*f*4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79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 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477_4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SLIDE_ID" val="custom20233477_4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477"/>
  <p:tag name="KSO_WM_SLIDE_LAYOUT" val="a_l"/>
  <p:tag name="KSO_WM_SLIDE_LAYOUT_CNT" val="1_1"/>
  <p:tag name="KSO_WM_SLIDE_THEME_ID" val="3321190"/>
  <p:tag name="KSO_WM_SLIDE_THEME_NAME" val="Yellow Line Minimalist"/>
</p:tagLst>
</file>

<file path=ppt/tags/tag81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 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477_4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SLIDE_ID" val="custom20233477_4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477"/>
  <p:tag name="KSO_WM_SLIDE_LAYOUT" val="a_l"/>
  <p:tag name="KSO_WM_SLIDE_LAYOUT_CNT" val="1_1"/>
  <p:tag name="KSO_WM_SLIDE_THEME_ID" val="3321190"/>
  <p:tag name="KSO_WM_SLIDE_THEME_NAME" val="Yellow Line Minimalist"/>
</p:tagLst>
</file>

<file path=ppt/tags/tag83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 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477_4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SLIDE_ID" val="custom20233477_4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477"/>
  <p:tag name="KSO_WM_SLIDE_LAYOUT" val="a_l"/>
  <p:tag name="KSO_WM_SLIDE_LAYOUT_CNT" val="1_1"/>
  <p:tag name="KSO_WM_SLIDE_THEME_ID" val="3321190"/>
  <p:tag name="KSO_WM_SLIDE_THEME_NAME" val="Yellow Line Minimalist"/>
</p:tagLst>
</file>

<file path=ppt/tags/tag85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 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477_4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SLIDE_ID" val="custom20233477_4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477"/>
  <p:tag name="KSO_WM_SLIDE_LAYOUT" val="a_l"/>
  <p:tag name="KSO_WM_SLIDE_LAYOUT_CNT" val="1_1"/>
  <p:tag name="KSO_WM_SLIDE_THEME_ID" val="3321190"/>
  <p:tag name="KSO_WM_SLIDE_THEME_NAME" val="Yellow Line Minimalist"/>
</p:tagLst>
</file>

<file path=ppt/tags/tag87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 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477_4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SLIDE_ID" val="custom20233477_4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477"/>
  <p:tag name="KSO_WM_SLIDE_LAYOUT" val="a_l"/>
  <p:tag name="KSO_WM_SLIDE_LAYOUT_CNT" val="1_1"/>
  <p:tag name="KSO_WM_SLIDE_THEME_ID" val="3321190"/>
  <p:tag name="KSO_WM_SLIDE_THEME_NAME" val="Yellow Line Minimalist"/>
</p:tagLst>
</file>

<file path=ppt/tags/tag89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 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477_4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SLIDE_ID" val="custom20233477_4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477"/>
  <p:tag name="KSO_WM_SLIDE_LAYOUT" val="a_l"/>
  <p:tag name="KSO_WM_SLIDE_LAYOUT_CNT" val="1_1"/>
  <p:tag name="KSO_WM_SLIDE_THEME_ID" val="3321190"/>
  <p:tag name="KSO_WM_SLIDE_THEME_NAME" val="Yellow Line Minimalist"/>
</p:tagLst>
</file>

<file path=ppt/tags/tag91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 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477_4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SLIDE_ID" val="custom20233477_4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477"/>
  <p:tag name="KSO_WM_SLIDE_LAYOUT" val="a_l"/>
  <p:tag name="KSO_WM_SLIDE_LAYOUT_CNT" val="1_1"/>
  <p:tag name="KSO_WM_SLIDE_THEME_ID" val="3321190"/>
  <p:tag name="KSO_WM_SLIDE_THEME_NAME" val="Yellow Line Minimalist"/>
</p:tagLst>
</file>

<file path=ppt/theme/theme1.xml><?xml version="1.0" encoding="utf-8"?>
<a:theme xmlns:a="http://schemas.openxmlformats.org/drawingml/2006/main" name="2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2496</Words>
  <Application>WPS Presentation</Application>
  <PresentationFormat>Widescreen</PresentationFormat>
  <Paragraphs>79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Manrope ExtraBold</vt:lpstr>
      <vt:lpstr>Android 7</vt:lpstr>
      <vt:lpstr>Lato</vt:lpstr>
      <vt:lpstr>Arial</vt:lpstr>
      <vt:lpstr>Times New Roman</vt:lpstr>
      <vt:lpstr>a Arbei Berry</vt:lpstr>
      <vt:lpstr>2_Office Theme</vt:lpstr>
      <vt:lpstr>The title goes here</vt:lpstr>
      <vt:lpstr>Contents </vt:lpstr>
      <vt:lpstr>PROJECT OVERVIEW</vt:lpstr>
      <vt:lpstr>PROJECT OVERVIEW</vt:lpstr>
      <vt:lpstr>KPI ANALYSIS</vt:lpstr>
      <vt:lpstr>KPI ANALYSIS</vt:lpstr>
      <vt:lpstr>KPI ANALYSIS</vt:lpstr>
      <vt:lpstr>KPI ANALYSIS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DASHBOARD</dc:title>
  <dc:creator>ASUS</dc:creator>
  <cp:lastModifiedBy>Himadri Singh</cp:lastModifiedBy>
  <cp:revision>1</cp:revision>
  <dcterms:created xsi:type="dcterms:W3CDTF">2026-06-04T13:05:45Z</dcterms:created>
  <dcterms:modified xsi:type="dcterms:W3CDTF">2026-06-04T13:05:45Z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D2FCD0C7A3C84808907A07727CE26BDE_11</vt:lpwstr>
  </property>
</Properties>
</file>